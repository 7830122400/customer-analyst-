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  <p:sldId id="271" r:id="rId15"/>
    <p:sldId id="272" r:id="rId16"/>
    <p:sldId id="267" r:id="rId17"/>
    <p:sldId id="268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90" d="100"/>
          <a:sy n="90" d="100"/>
        </p:scale>
        <p:origin x="398" y="-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76279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5923F103-BC34-4FE4-A40E-EDDEECFDA5D0}" type="datetimeFigureOut">
              <a:rPr lang="en-US" smtClean="0"/>
              <a:pPr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63575" y="3226820"/>
            <a:ext cx="3859795" cy="304801"/>
          </a:xfrm>
        </p:spPr>
        <p:txBody>
          <a:bodyPr anchor="b"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359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466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4"/>
            <a:ext cx="4351023" cy="2283823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421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1368" y="2603500"/>
            <a:ext cx="4828744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1" y="2603500"/>
            <a:ext cx="4825159" cy="337770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820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36063"/>
            <a:ext cx="48251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212326"/>
            <a:ext cx="4825158" cy="280747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1" y="2603499"/>
            <a:ext cx="4825160" cy="60882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212327"/>
            <a:ext cx="4825159" cy="280747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739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228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984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507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59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2" y="1143000"/>
            <a:ext cx="3227192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909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5945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2683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88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 anchor="ctr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14978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1" name="TextBox 10"/>
          <p:cNvSpPr txBox="1"/>
          <p:nvPr/>
        </p:nvSpPr>
        <p:spPr bwMode="gray">
          <a:xfrm>
            <a:off x="898295" y="603589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705137" y="2613787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980517"/>
            <a:ext cx="8460983" cy="2705034"/>
          </a:xfrm>
        </p:spPr>
        <p:txBody>
          <a:bodyPr anchor="ctr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86515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14393"/>
            <a:ext cx="8825659" cy="101266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8136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2404477"/>
            <a:ext cx="8825659" cy="178870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8587" y="5024967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1265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09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87261"/>
            <a:ext cx="3129168" cy="28397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10999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87261"/>
            <a:ext cx="3145380" cy="28397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1" y="2603500"/>
            <a:ext cx="3157448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87261"/>
            <a:ext cx="3161029" cy="283979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7302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20744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11246"/>
            <a:ext cx="2691242" cy="1583764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20745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5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42840"/>
            <a:ext cx="2691242" cy="155217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09107"/>
            <a:ext cx="3050438" cy="92140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5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18992"/>
            <a:ext cx="2691242" cy="157601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09107"/>
            <a:ext cx="3054127" cy="89634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044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8273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Rectangle 12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97430"/>
            <a:ext cx="1409965" cy="4729626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97429"/>
            <a:ext cx="6247546" cy="472962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6764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Oval 4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9" name="Oval 3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Oval 3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49" name="Oval 48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9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407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425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DD5A1-4B76-A95B-8D9C-32A0E1C86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755961" cy="122357"/>
          </a:xfrm>
        </p:spPr>
        <p:txBody>
          <a:bodyPr/>
          <a:lstStyle/>
          <a:p>
            <a:r>
              <a:rPr lang="en-IN" b="1" i="1" dirty="0"/>
              <a:t>Customer Analytics and Revenue Forecasting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F22BE3-036A-81E1-79E5-50C2DA2953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7742" y="3716594"/>
            <a:ext cx="5624051" cy="1922206"/>
          </a:xfrm>
        </p:spPr>
        <p:txBody>
          <a:bodyPr>
            <a:normAutofit/>
          </a:bodyPr>
          <a:lstStyle/>
          <a:p>
            <a:r>
              <a:rPr lang="en-IN" b="1" i="1" dirty="0">
                <a:solidFill>
                  <a:schemeClr val="bg1">
                    <a:lumMod val="95000"/>
                  </a:schemeClr>
                </a:solidFill>
              </a:rPr>
              <a:t>A data scientist project by pooja sharma</a:t>
            </a:r>
          </a:p>
        </p:txBody>
      </p:sp>
    </p:spTree>
    <p:extLst>
      <p:ext uri="{BB962C8B-B14F-4D97-AF65-F5344CB8AC3E}">
        <p14:creationId xmlns:p14="http://schemas.microsoft.com/office/powerpoint/2010/main" val="2623802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C0AD4-8C28-1444-2CBD-B7302FC8C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i="1" dirty="0"/>
              <a:t>PROBLAM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51A1B-1D64-DEC8-8305-063DA792C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3215148"/>
            <a:ext cx="8598645" cy="1602658"/>
          </a:xfrm>
        </p:spPr>
        <p:txBody>
          <a:bodyPr/>
          <a:lstStyle/>
          <a:p>
            <a:r>
              <a:rPr lang="en-IN" b="1" i="1" dirty="0">
                <a:latin typeface="Arial Narrow" panose="020B0606020202030204" pitchFamily="34" charset="0"/>
              </a:rPr>
              <a:t>The Company is facing challenges in branding and revenue generation.</a:t>
            </a:r>
          </a:p>
          <a:p>
            <a:r>
              <a:rPr lang="en-IN" b="1" i="1" dirty="0">
                <a:latin typeface="Arial Narrow" panose="020B0606020202030204" pitchFamily="34" charset="0"/>
              </a:rPr>
              <a:t>There is a need to analyse customer behaviour and campaign performance.</a:t>
            </a:r>
          </a:p>
          <a:p>
            <a:r>
              <a:rPr lang="en-IN" b="1" i="1" dirty="0">
                <a:latin typeface="Arial Narrow" panose="020B0606020202030204" pitchFamily="34" charset="0"/>
              </a:rPr>
              <a:t>The objective is to improve business decisions using data-driven insights.</a:t>
            </a:r>
          </a:p>
        </p:txBody>
      </p:sp>
    </p:spTree>
    <p:extLst>
      <p:ext uri="{BB962C8B-B14F-4D97-AF65-F5344CB8AC3E}">
        <p14:creationId xmlns:p14="http://schemas.microsoft.com/office/powerpoint/2010/main" val="3142184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6054B-669E-0EE2-0D7B-4989CBABA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i="1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F11E8-1BD1-AE1B-2F8D-05874268B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0754" y="3232765"/>
            <a:ext cx="8490491" cy="2027494"/>
          </a:xfrm>
        </p:spPr>
        <p:txBody>
          <a:bodyPr/>
          <a:lstStyle/>
          <a:p>
            <a:r>
              <a:rPr lang="en-IN" b="1" i="1" dirty="0"/>
              <a:t>To analyse customer profiles and preferences.</a:t>
            </a:r>
          </a:p>
          <a:p>
            <a:r>
              <a:rPr lang="en-IN" b="1" i="1" dirty="0"/>
              <a:t>To evaluate campaign success and failure.</a:t>
            </a:r>
          </a:p>
          <a:p>
            <a:r>
              <a:rPr lang="en-IN" b="1" i="1" dirty="0"/>
              <a:t>To identify revenue trends across different regions.</a:t>
            </a:r>
          </a:p>
          <a:p>
            <a:r>
              <a:rPr lang="en-IN" b="1" i="1" dirty="0"/>
              <a:t>To forecast future income using machine learning techniques.</a:t>
            </a:r>
          </a:p>
          <a:p>
            <a:r>
              <a:rPr lang="en-IN" b="1" i="1" dirty="0"/>
              <a:t>To segment customers using clustering methods. </a:t>
            </a:r>
          </a:p>
        </p:txBody>
      </p:sp>
    </p:spTree>
    <p:extLst>
      <p:ext uri="{BB962C8B-B14F-4D97-AF65-F5344CB8AC3E}">
        <p14:creationId xmlns:p14="http://schemas.microsoft.com/office/powerpoint/2010/main" val="2358392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D7061-3FAC-7A17-319B-C71E795FF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i="1" dirty="0"/>
              <a:t>DATA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7C1B6-C698-8844-9787-F4D5DDF9EC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484" y="3028334"/>
            <a:ext cx="8309129" cy="2991465"/>
          </a:xfrm>
        </p:spPr>
        <p:txBody>
          <a:bodyPr/>
          <a:lstStyle/>
          <a:p>
            <a:r>
              <a:rPr lang="en-IN" b="1" i="1" dirty="0"/>
              <a:t>The dataset contains 3 years of historical data.</a:t>
            </a:r>
          </a:p>
          <a:p>
            <a:r>
              <a:rPr lang="en-IN" b="1" i="1" dirty="0"/>
              <a:t>It includes customer , campaign , and store information.</a:t>
            </a:r>
          </a:p>
          <a:p>
            <a:r>
              <a:rPr lang="en-IN" b="1" i="1" dirty="0"/>
              <a:t>Data is collected from multiple regions and states.</a:t>
            </a:r>
          </a:p>
          <a:p>
            <a:r>
              <a:rPr lang="en-IN" b="1" i="1" dirty="0"/>
              <a:t>The dataset is masked due to NDA from confidentiality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80671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0D003-5F07-7C95-C851-2BCEADC01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i="1" dirty="0"/>
              <a:t>TOOLS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6A056-AC9B-CAFA-CFDE-446915414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8643" y="3008122"/>
            <a:ext cx="8321970" cy="3011677"/>
          </a:xfrm>
        </p:spPr>
        <p:txBody>
          <a:bodyPr/>
          <a:lstStyle/>
          <a:p>
            <a:r>
              <a:rPr lang="en-IN" b="1" i="1" dirty="0"/>
              <a:t>Python for data cleaning and machine learning.</a:t>
            </a:r>
          </a:p>
          <a:p>
            <a:r>
              <a:rPr lang="en-IN" b="1" i="1" dirty="0"/>
              <a:t>Power BI for data visualization and dashboard creation.</a:t>
            </a:r>
          </a:p>
          <a:p>
            <a:r>
              <a:rPr lang="en-IN" b="1" i="1" dirty="0"/>
              <a:t>SQL for database management and querying.</a:t>
            </a:r>
          </a:p>
          <a:p>
            <a:r>
              <a:rPr lang="en-IN" b="1" i="1" dirty="0"/>
              <a:t>Excel as the data source.</a:t>
            </a:r>
          </a:p>
        </p:txBody>
      </p:sp>
      <p:pic>
        <p:nvPicPr>
          <p:cNvPr id="5" name="Graphic 4" descr="Duck with solid fill">
            <a:extLst>
              <a:ext uri="{FF2B5EF4-FFF2-40B4-BE49-F238E27FC236}">
                <a16:creationId xmlns:a16="http://schemas.microsoft.com/office/drawing/2014/main" id="{AD874C59-9572-30E6-1A31-F01D38650C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34863" y="3008122"/>
            <a:ext cx="420877" cy="420877"/>
          </a:xfrm>
          <a:prstGeom prst="rect">
            <a:avLst/>
          </a:prstGeom>
        </p:spPr>
      </p:pic>
      <p:pic>
        <p:nvPicPr>
          <p:cNvPr id="7" name="Graphic 6" descr="Bar chart with solid fill">
            <a:extLst>
              <a:ext uri="{FF2B5EF4-FFF2-40B4-BE49-F238E27FC236}">
                <a16:creationId xmlns:a16="http://schemas.microsoft.com/office/drawing/2014/main" id="{14FC197B-55B0-D45A-696E-3A37F54006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31642" y="3380247"/>
            <a:ext cx="420877" cy="420877"/>
          </a:xfrm>
          <a:prstGeom prst="rect">
            <a:avLst/>
          </a:prstGeom>
        </p:spPr>
      </p:pic>
      <p:pic>
        <p:nvPicPr>
          <p:cNvPr id="9" name="Graphic 8" descr="Braille with solid fill">
            <a:extLst>
              <a:ext uri="{FF2B5EF4-FFF2-40B4-BE49-F238E27FC236}">
                <a16:creationId xmlns:a16="http://schemas.microsoft.com/office/drawing/2014/main" id="{03E157E9-C694-3F47-DB15-3076D5854A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24424" y="3801124"/>
            <a:ext cx="420878" cy="420878"/>
          </a:xfrm>
          <a:prstGeom prst="rect">
            <a:avLst/>
          </a:prstGeom>
        </p:spPr>
      </p:pic>
      <p:pic>
        <p:nvPicPr>
          <p:cNvPr id="11" name="Graphic 10" descr="Books with solid fill">
            <a:extLst>
              <a:ext uri="{FF2B5EF4-FFF2-40B4-BE49-F238E27FC236}">
                <a16:creationId xmlns:a16="http://schemas.microsoft.com/office/drawing/2014/main" id="{93A94036-A8F6-11E3-D109-7B06F4BFFF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18378" y="4301124"/>
            <a:ext cx="282001" cy="28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374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B769A-597F-48D8-C252-75D393276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i="1" dirty="0"/>
              <a:t>PROCESS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441C6-5566-F537-9346-665A0917E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5510" y="2753032"/>
            <a:ext cx="8545103" cy="3266768"/>
          </a:xfrm>
        </p:spPr>
        <p:txBody>
          <a:bodyPr/>
          <a:lstStyle/>
          <a:p>
            <a:r>
              <a:rPr lang="en-IN" b="1" i="1" dirty="0"/>
              <a:t>Data Collection.</a:t>
            </a:r>
          </a:p>
          <a:p>
            <a:r>
              <a:rPr lang="en-IN" b="1" i="1" dirty="0"/>
              <a:t>Data Cleaning and Preparation.</a:t>
            </a:r>
          </a:p>
          <a:p>
            <a:r>
              <a:rPr lang="en-IN" b="1" i="1" dirty="0"/>
              <a:t>Data Analysis.</a:t>
            </a:r>
          </a:p>
          <a:p>
            <a:r>
              <a:rPr lang="en-IN" b="1" i="1" dirty="0"/>
              <a:t>Data Visualization using Power BI.</a:t>
            </a:r>
          </a:p>
          <a:p>
            <a:r>
              <a:rPr lang="en-IN" b="1" i="1" dirty="0"/>
              <a:t>Forecasting and Clustering.</a:t>
            </a:r>
          </a:p>
          <a:p>
            <a:r>
              <a:rPr lang="en-IN" b="1" i="1" dirty="0"/>
              <a:t>Generating Insights.</a:t>
            </a:r>
          </a:p>
        </p:txBody>
      </p:sp>
    </p:spTree>
    <p:extLst>
      <p:ext uri="{BB962C8B-B14F-4D97-AF65-F5344CB8AC3E}">
        <p14:creationId xmlns:p14="http://schemas.microsoft.com/office/powerpoint/2010/main" val="2483635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0B289-EDBF-23F6-969A-E63B13A09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i="1"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EDA34-8BD1-9D18-A3DD-C63CFFB79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4335" y="2930012"/>
            <a:ext cx="8476278" cy="3089787"/>
          </a:xfrm>
        </p:spPr>
        <p:txBody>
          <a:bodyPr/>
          <a:lstStyle/>
          <a:p>
            <a:r>
              <a:rPr lang="en-IN" b="1" i="1" dirty="0"/>
              <a:t>Handled missing values in the dataset.</a:t>
            </a:r>
          </a:p>
          <a:p>
            <a:r>
              <a:rPr lang="en-IN" b="1" i="1" dirty="0"/>
              <a:t>Removed duplicate records.</a:t>
            </a:r>
          </a:p>
          <a:p>
            <a:r>
              <a:rPr lang="en-IN" b="1" i="1" dirty="0"/>
              <a:t>Converted data into proper formats.</a:t>
            </a:r>
          </a:p>
          <a:p>
            <a:r>
              <a:rPr lang="en-IN" b="1" i="1" dirty="0"/>
              <a:t>Prepared clean and structured data for analysis.</a:t>
            </a:r>
          </a:p>
        </p:txBody>
      </p:sp>
    </p:spTree>
    <p:extLst>
      <p:ext uri="{BB962C8B-B14F-4D97-AF65-F5344CB8AC3E}">
        <p14:creationId xmlns:p14="http://schemas.microsoft.com/office/powerpoint/2010/main" val="94020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F8111-51A5-E384-261D-42B39E3D4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i="1" dirty="0"/>
              <a:t>DASHBOARD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E010D-CDDD-8155-5E10-CFE726DEB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6181" y="2851354"/>
            <a:ext cx="8584432" cy="3168445"/>
          </a:xfrm>
        </p:spPr>
        <p:txBody>
          <a:bodyPr/>
          <a:lstStyle/>
          <a:p>
            <a:r>
              <a:rPr lang="en-IN" b="1" i="1" dirty="0"/>
              <a:t>Customer Overview Dashboard.</a:t>
            </a:r>
          </a:p>
          <a:p>
            <a:r>
              <a:rPr lang="en-IN" b="1" i="1" dirty="0"/>
              <a:t>Revenue Analysis Dashboard.</a:t>
            </a:r>
          </a:p>
          <a:p>
            <a:r>
              <a:rPr lang="en-IN" b="1" i="1" dirty="0"/>
              <a:t>Campaign performance Dashboard.</a:t>
            </a:r>
          </a:p>
          <a:p>
            <a:r>
              <a:rPr lang="en-IN" b="1" i="1" dirty="0"/>
              <a:t>Product Insights Dashboard.</a:t>
            </a:r>
          </a:p>
          <a:p>
            <a:r>
              <a:rPr lang="en-IN" b="1" i="1" dirty="0"/>
              <a:t>Regional Analysis Dashboard.</a:t>
            </a:r>
          </a:p>
        </p:txBody>
      </p:sp>
    </p:spTree>
    <p:extLst>
      <p:ext uri="{BB962C8B-B14F-4D97-AF65-F5344CB8AC3E}">
        <p14:creationId xmlns:p14="http://schemas.microsoft.com/office/powerpoint/2010/main" val="2875931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34CAD-3FAB-C43D-C58B-5B6B74715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i="1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C1D6E-CB3F-47C1-4190-A419605E1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3161" y="2949676"/>
            <a:ext cx="8407452" cy="3070123"/>
          </a:xfrm>
        </p:spPr>
        <p:txBody>
          <a:bodyPr/>
          <a:lstStyle/>
          <a:p>
            <a:r>
              <a:rPr lang="en-IN" b="1" i="1" dirty="0"/>
              <a:t>West region contributes the </a:t>
            </a:r>
            <a:r>
              <a:rPr lang="en-IN" sz="2000" b="1" i="1" u="sng" dirty="0"/>
              <a:t>highest revenue.</a:t>
            </a:r>
          </a:p>
          <a:p>
            <a:r>
              <a:rPr lang="en-IN" b="1" i="1" dirty="0"/>
              <a:t>Social media campaigns show </a:t>
            </a:r>
            <a:r>
              <a:rPr lang="en-IN" sz="2000" b="1" i="1" u="sng" dirty="0"/>
              <a:t>higher success rates.</a:t>
            </a:r>
          </a:p>
          <a:p>
            <a:r>
              <a:rPr lang="en-IN" b="1" i="1" dirty="0"/>
              <a:t>Customers aged between 25-35 are the most active segment.</a:t>
            </a:r>
          </a:p>
          <a:p>
            <a:r>
              <a:rPr lang="en-IN" b="1" i="1" dirty="0"/>
              <a:t>Certain product have consistently higher demand.</a:t>
            </a:r>
          </a:p>
        </p:txBody>
      </p:sp>
    </p:spTree>
    <p:extLst>
      <p:ext uri="{BB962C8B-B14F-4D97-AF65-F5344CB8AC3E}">
        <p14:creationId xmlns:p14="http://schemas.microsoft.com/office/powerpoint/2010/main" val="2190065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2B8CE-5221-E714-9654-BC64F2046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i="1" dirty="0"/>
              <a:t>FORECASTING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9EA8D-D9D5-0FA2-6CAB-FC2857D0A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7626" y="2890684"/>
            <a:ext cx="8082987" cy="3129116"/>
          </a:xfrm>
        </p:spPr>
        <p:txBody>
          <a:bodyPr/>
          <a:lstStyle/>
          <a:p>
            <a:r>
              <a:rPr lang="en-IN" b="1" i="1" dirty="0"/>
              <a:t>Applied Linear Regression model for prediction.</a:t>
            </a:r>
          </a:p>
          <a:p>
            <a:r>
              <a:rPr lang="en-IN" b="1" i="1" dirty="0"/>
              <a:t>Forecasting customer income for the next 2 years.</a:t>
            </a:r>
          </a:p>
          <a:p>
            <a:r>
              <a:rPr lang="en-IN" b="1" i="1" dirty="0"/>
              <a:t>Analysed trends based on historical data.</a:t>
            </a:r>
          </a:p>
          <a:p>
            <a:r>
              <a:rPr lang="en-IN" b="1" i="1" dirty="0"/>
              <a:t>Help in future business planning and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1148518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85229-2F04-05A4-D5A8-9C5FD29EE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i="1" dirty="0"/>
              <a:t>CLUSTERING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2B205-9141-2FBE-9F35-26351B462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9639" y="2861186"/>
            <a:ext cx="8200974" cy="3158613"/>
          </a:xfrm>
        </p:spPr>
        <p:txBody>
          <a:bodyPr/>
          <a:lstStyle/>
          <a:p>
            <a:r>
              <a:rPr lang="en-IN" b="1" i="1" dirty="0"/>
              <a:t>Applied K-Means clustering technique.</a:t>
            </a:r>
          </a:p>
          <a:p>
            <a:r>
              <a:rPr lang="en-IN" b="1" i="1" dirty="0"/>
              <a:t>Segmented customers into different groups.</a:t>
            </a:r>
          </a:p>
          <a:p>
            <a:r>
              <a:rPr lang="en-IN" b="1" i="1" dirty="0"/>
              <a:t>Identified high-value , medium-value , and low-value customers.</a:t>
            </a:r>
          </a:p>
          <a:p>
            <a:r>
              <a:rPr lang="en-IN" b="1" i="1" dirty="0"/>
              <a:t>Help in targeted marketing and better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19991143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0B323-A0B7-A6DE-9F06-7ED3D6AB4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i="1" dirty="0"/>
              <a:t>INCOME DSHBOARD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96DEE6-0283-934A-8C90-C01B01E8CC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7252" y="2603500"/>
            <a:ext cx="6058308" cy="34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344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FDAC0-EF14-F321-D2BF-FCF0CE82E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i="1" dirty="0"/>
              <a:t>CAMPAIGN DASHBOARD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1D3EDCE6-664F-4767-F1F4-8F22853CB0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1320" y="2603500"/>
            <a:ext cx="5890172" cy="34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3989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69ACE-2EF0-465A-6DAF-339B2C473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i="1" dirty="0"/>
              <a:t>COUNTRY DISTRIBUTION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FD9FEFB-1AFE-A134-3B0B-3E239FB175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6698" y="2603500"/>
            <a:ext cx="6219417" cy="34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7729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4D131-4B50-526F-DB57-A5529A7DC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i="1" dirty="0"/>
              <a:t>CUSTOMER COUNT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6E188A-5BD3-969C-2C76-15BB637E88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3667" y="2383446"/>
            <a:ext cx="6269575" cy="3636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8815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53F57-269A-D5EC-260E-A733E29A5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i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07647-3345-CB88-AFFE-8899C7748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5006" y="2762864"/>
            <a:ext cx="8515607" cy="3256935"/>
          </a:xfrm>
        </p:spPr>
        <p:txBody>
          <a:bodyPr/>
          <a:lstStyle/>
          <a:p>
            <a:r>
              <a:rPr lang="en-IN" b="1" dirty="0"/>
              <a:t>Data analysis helped in identifying </a:t>
            </a:r>
            <a:r>
              <a:rPr lang="en-IN" b="1" dirty="0">
                <a:solidFill>
                  <a:srgbClr val="00B050"/>
                </a:solidFill>
              </a:rPr>
              <a:t>key business insights.</a:t>
            </a:r>
          </a:p>
          <a:p>
            <a:r>
              <a:rPr lang="en-IN" b="1" dirty="0"/>
              <a:t>Campaign performance can be improved based on findings.</a:t>
            </a:r>
          </a:p>
          <a:p>
            <a:r>
              <a:rPr lang="en-IN" b="1" dirty="0">
                <a:solidFill>
                  <a:srgbClr val="00B050"/>
                </a:solidFill>
              </a:rPr>
              <a:t>Customer segmentation </a:t>
            </a:r>
            <a:r>
              <a:rPr lang="en-IN" b="1" dirty="0"/>
              <a:t>helps in targeted marketing.</a:t>
            </a:r>
          </a:p>
          <a:p>
            <a:r>
              <a:rPr lang="en-IN" b="1" dirty="0">
                <a:solidFill>
                  <a:srgbClr val="00B050"/>
                </a:solidFill>
              </a:rPr>
              <a:t>Forecasting</a:t>
            </a:r>
            <a:r>
              <a:rPr lang="en-IN" b="1" dirty="0"/>
              <a:t> supports better future planning.</a:t>
            </a:r>
          </a:p>
        </p:txBody>
      </p:sp>
    </p:spTree>
    <p:extLst>
      <p:ext uri="{BB962C8B-B14F-4D97-AF65-F5344CB8AC3E}">
        <p14:creationId xmlns:p14="http://schemas.microsoft.com/office/powerpoint/2010/main" val="4029432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C631A-A7A2-D12E-D50C-9CDA5F38D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i="1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D71B7-A336-AB87-2417-81F5B1D20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44877" y="3264310"/>
            <a:ext cx="7335736" cy="2755490"/>
          </a:xfrm>
        </p:spPr>
        <p:txBody>
          <a:bodyPr>
            <a:normAutofit/>
          </a:bodyPr>
          <a:lstStyle/>
          <a:p>
            <a:r>
              <a:rPr lang="en-IN" sz="2400" b="1" i="1" dirty="0"/>
              <a:t>Thank you</a:t>
            </a:r>
          </a:p>
        </p:txBody>
      </p:sp>
      <p:pic>
        <p:nvPicPr>
          <p:cNvPr id="5" name="Graphic 4" descr="In love face with solid fill with solid fill">
            <a:extLst>
              <a:ext uri="{FF2B5EF4-FFF2-40B4-BE49-F238E27FC236}">
                <a16:creationId xmlns:a16="http://schemas.microsoft.com/office/drawing/2014/main" id="{9A33FB6F-96C5-0DA1-91C4-A3C3EC58A3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4681113" y="3222043"/>
            <a:ext cx="706964" cy="706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4623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F1C4790-FE3C-4020-8CA7-00621DA7BBB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223</TotalTime>
  <Words>374</Words>
  <Application>Microsoft Office PowerPoint</Application>
  <PresentationFormat>Widescreen</PresentationFormat>
  <Paragraphs>66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 Narrow</vt:lpstr>
      <vt:lpstr>Century Gothic</vt:lpstr>
      <vt:lpstr>Wingdings 3</vt:lpstr>
      <vt:lpstr>Ion Boardroom</vt:lpstr>
      <vt:lpstr>Customer Analytics and Revenue Forecasting</vt:lpstr>
      <vt:lpstr>PROBLAM STATEMENT</vt:lpstr>
      <vt:lpstr>OBJECTIVES</vt:lpstr>
      <vt:lpstr>DATA DESCRIPTION</vt:lpstr>
      <vt:lpstr>TOOLS USED</vt:lpstr>
      <vt:lpstr>PROCESS FLOW</vt:lpstr>
      <vt:lpstr>DATA CLEANING</vt:lpstr>
      <vt:lpstr>DASHBOARD OVERVIEW</vt:lpstr>
      <vt:lpstr>KEY INSIGHTS</vt:lpstr>
      <vt:lpstr>FORECASTING</vt:lpstr>
      <vt:lpstr>CLUSTERING ANALYSIS</vt:lpstr>
      <vt:lpstr>INCOME DSHBOARD</vt:lpstr>
      <vt:lpstr>CAMPAIGN DASHBOARD</vt:lpstr>
      <vt:lpstr>COUNTRY DISTRIBUTION</vt:lpstr>
      <vt:lpstr>CUSTOMER COUNT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pooja sharma</dc:creator>
  <cp:lastModifiedBy>pooja sharma</cp:lastModifiedBy>
  <cp:revision>23</cp:revision>
  <dcterms:created xsi:type="dcterms:W3CDTF">2026-04-04T05:27:02Z</dcterms:created>
  <dcterms:modified xsi:type="dcterms:W3CDTF">2026-04-08T09:38:05Z</dcterms:modified>
</cp:coreProperties>
</file>